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ea9c1d36144aac" /><Relationship Type="http://schemas.openxmlformats.org/officeDocument/2006/relationships/extended-properties" Target="/docProps/app.xml" Id="R3e4878506e95422a" /><Relationship Type="http://schemas.openxmlformats.org/officeDocument/2006/relationships/officeDocument" Target="/ppt/presentation.xml" Id="Rd117f0dcbb894d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400a633e2f46c7"/>
  </p:sldMasterIdLst>
  <p:notesMasterIdLst>
    <p:notesMasterId xmlns:r="http://schemas.openxmlformats.org/officeDocument/2006/relationships" r:id="R1cfce6aaa36e4104"/>
  </p:notesMasterIdLst>
  <p:sldIdLst>
    <p:sldId xmlns:r="http://schemas.openxmlformats.org/officeDocument/2006/relationships" id="256" r:id="R973ae777334144a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400a633e2f46c7" /><Relationship Type="http://schemas.openxmlformats.org/officeDocument/2006/relationships/theme" Target="/ppt/theme/theme1.xml" Id="R5dcf0242b8fe46a1" /><Relationship Type="http://schemas.openxmlformats.org/officeDocument/2006/relationships/notesMaster" Target="/ppt/notesMasters/notesMaster1.xml" Id="R1cfce6aaa36e4104" /><Relationship Type="http://schemas.openxmlformats.org/officeDocument/2006/relationships/presProps" Target="/ppt/presProps.xml" Id="R331b6f021be84eb0" /><Relationship Type="http://schemas.openxmlformats.org/officeDocument/2006/relationships/viewProps" Target="/ppt/viewProps.xml" Id="Rc0cfcfc9377f45ab" /><Relationship Type="http://schemas.openxmlformats.org/officeDocument/2006/relationships/tableStyles" Target="/ppt/tableStyles.xml" Id="Rb30cf3c3710d4531" /><Relationship Type="http://schemas.openxmlformats.org/officeDocument/2006/relationships/slide" Target="/ppt/slides/slide1.xml" Id="R973ae777334144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118e1188c6e46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655333553c4706" /><Relationship Type="http://schemas.openxmlformats.org/officeDocument/2006/relationships/notesMaster" Target="/ppt/notesMasters/notesMaster1.xml" Id="R945f761ed08b40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0aa56caa06400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11d06291e94e1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>
  <p:cSld name="[object Object]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7fc87e68d02456b" /><Relationship Type="http://schemas.openxmlformats.org/officeDocument/2006/relationships/slideLayout" Target="/ppt/slideLayouts/slideLayout2.xml" Id="Rf52db6b09a654ac1" /><Relationship Type="http://schemas.openxmlformats.org/officeDocument/2006/relationships/slideLayout" Target="/ppt/slideLayouts/slideLayout3.xml" Id="Rae50448ab640487b" /></Relationships>
</file>

<file path=ppt/slideMasters/slideMaster1.xml><?xml version="1.0" encoding="utf-8"?>
<p:sldMaster xmlns:p="http://schemas.openxmlformats.org/presentationml/2006/main">
  <p:cSld name="[object Object]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2db6b09a654ac1"/>
    <p:sldLayoutId xmlns:r="http://schemas.openxmlformats.org/officeDocument/2006/relationships" id="2147483650" r:id="Rae50448ab640487b"/>
  </p:sldLayoutIdLst>
  <p:txStyles/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9208798e0de45d2" /><Relationship Type="http://schemas.openxmlformats.org/officeDocument/2006/relationships/notesSlide" Target="/ppt/notesSlides/notesSlide1.xml" Id="Rdfff8a806313487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2CB292-24B3-491A-A1D9-A4CBDF67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476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000">
                <a:solidFill>
                  <a:srgbClr val="F4F7FB"/>
                </a:solidFill>
              </a:rPr>
              <a:t>Content over master</a:t>
            </a:r>
          </a:p>
        </p:txBody>
      </p:sp>
    </p:spTree>
    <p:extLst>
      <p:ext uri="{BB962C8B-B14F-4D97-AF65-F5344CB8AC3E}">
        <p14:creationId xmlns:p14="http://schemas.microsoft.com/office/powerpoint/2010/main" val="13160972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2026-07-08T06:22:34.3440000Z</dcterms:created>
  <dcterms:modified xsi:type="dcterms:W3CDTF">2026-07-08T06:22:34.3440000Z</dcterms:modified>
</coreProperties>
</file>